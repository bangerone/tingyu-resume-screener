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3657600" cy="3657600"/>
          </a:xfrm>
          <a:prstGeom prst="ellipse">
            <a:avLst/>
          </a:prstGeom>
          <a:solidFill>
            <a:srgbClr val="F96167">
              <a:alpha val="2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庭宇 · 智能简历筛选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驱动的招聘 SaaS · 全国内栈 · 一周 vibe-coding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73152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63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庭宇科技面试作业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github.com/bangerone/tingyu-resume-screener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产品是什么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 </a:t>
            </a:r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用自然语言写 JD</a:t>
            </a:r>
            <a:pPr indent="0" marL="0">
              <a:buNone/>
            </a:pPr>
            <a:r>
              <a:rPr lang="en-US" sz="2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，系统自动生成筛选标准；
</a:t>
            </a:r>
            <a:pPr indent="0" marL="0">
              <a:buNone/>
            </a:pPr>
            <a:r>
              <a:rPr lang="en-US" sz="2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候选人 </a:t>
            </a:r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上传简历自动填表</a:t>
            </a:r>
            <a:pPr indent="0" marL="0">
              <a:buNone/>
            </a:pPr>
            <a:r>
              <a:rPr lang="en-US" sz="2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，不用重复敲字段。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 LLM 能力 · 降低每个角色的摩擦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297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用户角色 &amp; 核心闭环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 / AI / 候选人 三方分工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00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63040"/>
            <a:ext cx="27889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2606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登录 /admin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建岗：贴 JD → AI 生成 criteria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看候选人池（按分降序）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雷达图 + 一句话理由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278892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4630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37560" y="2240280"/>
            <a:ext cx="2606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解析简历（同步 5-15s）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parsed_resume → autofill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异步评分 · 5 维度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命中阈值 → 推飞书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278892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4630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候选人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17920" y="2240280"/>
            <a:ext cx="2606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看岗位 /jobs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邮箱验证码登录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上传简历 → AI 填表 → review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投递 → 「评估中」看状态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高分候选人自动进 HR 飞书群，缩短筛选到面试的链路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核心卖点 ①  AI 自动填表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候选人侧 · 把"重复敲字段"交给 LLM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00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353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拖拽上传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5910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/ DOCX · 最大 10 MB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STS 直传 COS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1396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前端临时凭证 · 不经过 server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解析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6883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 → LLM #1 → ParsedResume JSON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999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Autofill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2369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姓名/学校/经历/技能 自动填入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 → 提交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3785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候选人可修改任意字段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371600"/>
            <a:ext cx="3840480" cy="3246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价值主张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候选人平均节省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22402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6400" dirty="0"/>
          </a:p>
        </p:txBody>
      </p:sp>
      <p:sp>
        <p:nvSpPr>
          <p:cNvPr id="29" name="Text 27"/>
          <p:cNvSpPr/>
          <p:nvPr/>
        </p:nvSpPr>
        <p:spPr>
          <a:xfrm>
            <a:off x="502920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表单输入时间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0" y="3977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提高投递完成率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降低招聘漏斗首层流失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核心卖点 ②  JD 一键生成筛选标准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 侧 · 把"结构化条件"交给 LLM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00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32461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传统做法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611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 读 JD 文本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手动拆成硬性 / 技能 / 加分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一条条敲到后台表单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每个岗位重复一遍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41605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10-20 分钟 / 岗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371600"/>
            <a:ext cx="73152" cy="32461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庭宇的做法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965960"/>
            <a:ext cx="3611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粘贴整段 JD 自然语言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点「生成」按钮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5-10 秒返回 criteria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 微调即可发布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41605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30 秒 / 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追加合并（不覆盖 HR 手填）· zod schema 校验 · 失败自动重试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评分流水线 · 两阶段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解析（同步，解锁 autofill）+ 评分（异步，不阻塞）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00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3931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 · 同步解析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5-15 秒 · 候选人等候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3611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简历原文（≤ 12000 字）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智谱 GLM-4-Flash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ParsedResume JSON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校验：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zod schema + 1 次重试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autofill 申请表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 · 异步评分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fire-and-forget · 不阻塞投递响应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83480" y="2286000"/>
            <a:ext cx="3611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parsed_resume + job.criteria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维度子分 + hard_pass + one_liner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失败：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status=failed 不拖垮投递链路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触发：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投递后 fetch /api/score/[id]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后续：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命中阈值 → 推飞书群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工程详见 docs/prompt-engineering.md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评分透明度设计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两侧不对等 · 有意为之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00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7490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3749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HR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总分 + 5 维度子分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雷达图可视化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AI 一句话评价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命中关键词高亮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解析后完整 JSON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飞书推送日志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为什么：便于复核 · 发现算法偏差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7490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371600"/>
            <a:ext cx="374904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71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候选人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3480" y="205740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不显示任何数字分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不显示维度分解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状态只有「评估中/已收到」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4160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为什么：防反推算法 · 防评分偏见投诉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 · 5 张表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Drizzle schema 是 single source of truth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00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5603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title · department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criteria (JSON)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push_threshold · status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371600"/>
            <a:ext cx="2560320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82880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job_id · candidate_id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parsed_resume · score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· pushed_at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3716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82880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email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· created_at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17520"/>
            <a:ext cx="256032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email_codes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34747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· code_hash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expires_at · consumed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301752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3017520"/>
            <a:ext cx="256032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feishu_logs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29000" y="34747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application_id · job_id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· response · created_at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30175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jobs (1:N) applications (N:1) candidates
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简历文件存 COS · 表里只存 object key
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张表应用层生成 uuid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schema = SoT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typeof jobs.$inferSelect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 · 全国内栈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为面试官访问体验考虑 · 不依赖海外 API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00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19202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 14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Router + RSC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371600"/>
            <a:ext cx="19202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554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Language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9748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TypeScript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Strict mode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371600"/>
            <a:ext cx="192024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554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TiDB Cloud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Serverless (MySQL)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37160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1371600"/>
            <a:ext cx="192024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554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0372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Drizzle ORM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= SoT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88036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880360"/>
            <a:ext cx="192024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063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Storage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腾讯云 COS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STS 直传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0" y="288036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0" y="2880360"/>
            <a:ext cx="192024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97480" y="3063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69748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智谱 GLM-4-Flash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69748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 SDK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88036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2880360"/>
            <a:ext cx="19202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063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0060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自实现 JWT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0060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 + 验证码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66560" y="288036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66560" y="2880360"/>
            <a:ext cx="192024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03720" y="3063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Push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0372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飞书机器人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0372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HMAC-SHA256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关键设计决策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几个刻意的取舍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00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38328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4572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核心卖点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自动填表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候选人真实痛点在 autofill，不是 matching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评分透明度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HR 全开 / 候选人全闭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复核需求 vs 防反推、防诉讼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评分时机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解析同步 · 评分异步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投递响应 &lt; 2s · 评分失败不阻断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HR 入口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首页不露 · footer 小字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公开门户不该暴露内部系统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简历存储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 STS 直传 COS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省服务器带宽 · 规避 body 上限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鲁棒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zod schema + 重试 + failed 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会抖 · 坏数据不连坐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鉴权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共享密码 + 邮箱验证码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作业场景不需要 RBAC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细节 → docs/submission.md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演示加固 · D6.5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假设线上部署 · 4 层护栏防 URL 被薅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00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109728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 只读模式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19202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所有写入 API 返回 403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仅保留 LLM 生成演示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顶部黄色 banner 告知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371600"/>
            <a:ext cx="109728" cy="1463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访问码门禁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01768" y="19202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全站需 cookie · 缺码跳 /welcome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链接内嵌 ?k=&lt;code&gt;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天有效 · httpOnly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17520"/>
            <a:ext cx="109728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投递次数限额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9808" y="35661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每账号最多 N 次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/resume/parse + 投递 POST 双挡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防薅 LLM 账单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01752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3017520"/>
            <a:ext cx="109728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01768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生成日上限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01768" y="35661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JD→criteria 每日全局 10 次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进程内存 fixed-window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超限 429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所有护栏通过 env 开关 · 未设 = 全关 · 本地 dev 无感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取舍与边界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砍了什么 · 为什么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00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38328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砍掉的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候选人账号体系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邮箱验证码 + 一次性投递已足够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多岗位合并简历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复杂度 vs 时间比不划算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在线简历预览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signed URL 下载已够 · pdfjs 坑多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多租户 / RBAC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单一共享密码够 · RBAC 要再 1 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i18n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中文单场景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流式 LLM 响应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SSE 复杂度高 · 15s 内用户能等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真邮件送达率保证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Resend 免费够用 · SPF/DKIM 超范围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每一项都是有意的 trade-off · 不是忘了做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如果不限时 · 还想加的 5 件事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招聘场景下的 AI 空间还很大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00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面试题 Agent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parsed_resume + criteria 自动生成 3-5 个个性化面试题给 HR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029968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029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相似候选人检索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3042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检索已入池简历 · 「再找 10 个类似的」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88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26883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评分版本化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9626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criteria 改后历史候选人自动重打分 · 带 diff 视图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346704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46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3467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反馈闭环 → 调权重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6210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 标记「不合适」累积训练集 · 调 criteria 权重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005072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40050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批量筛选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42793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一次传 50 份 · 并发跑 · 导出 Excel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项目时间线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天 vibe-coding · 每天 1+ commit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00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743200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651760"/>
            <a:ext cx="219456" cy="219456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AFB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-91440" y="17830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-502920" y="2103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脚手架 + 国内栈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94460" y="2651760"/>
            <a:ext cx="219456" cy="219456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AFB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7260" y="3017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5780" y="3291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TiDB + 两种 auth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23160" y="2651760"/>
            <a:ext cx="219456" cy="219456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AFB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17830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2103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 岗位 CRUD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51860" y="2651760"/>
            <a:ext cx="219456" cy="219456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AFB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4660" y="3017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83180" y="3291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候选人投递流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80560" y="2651760"/>
            <a:ext cx="219456" cy="219456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AFB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17830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11880" y="2103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解析 + 评分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09260" y="2651760"/>
            <a:ext cx="219456" cy="219456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AFB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52060" y="3017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40580" y="3291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 池 + 飞书推送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37960" y="2651760"/>
            <a:ext cx="219456" cy="219456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AFB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17830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0" y="2103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打磨 + 雷达图 + JD 生成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66660" y="2651760"/>
            <a:ext cx="219456" cy="219456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AFB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09460" y="3017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D6.5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97980" y="3291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演示加固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595360" y="2651760"/>
            <a:ext cx="219456" cy="219456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AFB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17830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26680" y="2103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+ 录屏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历史：git log --oneline 可看每天 1 条 commit 标题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提交物 &amp; 链接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200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14447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代码仓库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14447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github.com/bangerone/tingyu-resume-screener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86600" y="1463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public · Git 历史干净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29968"/>
            <a:ext cx="7315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299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25880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设计文档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103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docs/submission.md + 本 PPT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86600" y="21214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 · 设计决策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688336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88336"/>
            <a:ext cx="7315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8833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25880" y="27614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演示视频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74720" y="27614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demo.mp4（约 5 分钟）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86600" y="277977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本地跑完整流程 + 旁白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346704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46704"/>
            <a:ext cx="7315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4670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25880" y="341985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面试官导览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74720" y="34198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docs/interviewer-guide.md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86600" y="343814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分钟走完整产品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005072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005072"/>
            <a:ext cx="7315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0507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25880" y="407822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 / 任务卡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474720" y="407822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docs/architecture.md · docs/tasks/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86600" y="40965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D0-D7 每天 1 张卡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F96167">
              <a:alpha val="1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3200400" cy="32004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欢迎面聊。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206240" y="3246120"/>
            <a:ext cx="731520" cy="274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庭宇科技面试作业 · 2026.04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庭宇 · 智能简历筛选系统</dc:title>
  <dc:subject>庭宇科技面试作业</dc:subject>
  <dc:creator>bangerone</dc:creator>
  <cp:lastModifiedBy>bangerone</cp:lastModifiedBy>
  <cp:revision>1</cp:revision>
  <dcterms:created xsi:type="dcterms:W3CDTF">2026-04-17T13:47:48Z</dcterms:created>
  <dcterms:modified xsi:type="dcterms:W3CDTF">2026-04-17T13:47:48Z</dcterms:modified>
</cp:coreProperties>
</file>